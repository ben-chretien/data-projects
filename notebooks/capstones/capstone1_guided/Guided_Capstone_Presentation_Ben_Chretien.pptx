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71ac6e8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71ac6e8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71ac6e8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71ac6e8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71ac6e8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71ac6e8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171ac6e8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171ac6e8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71ac6e8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71ac6e8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71ac6e8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71ac6e8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71ac6e8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171ac6e8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171ac6e8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171ac6e8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Mountain Pricing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Springboard Guided Capstone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Chretien, December 7th,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Mountain currently charges ~$81 per lift ticket.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Leadership wants to know if this price reflects the resort’s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assess whether the market could support a higher price.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how improvements or run closures would impact revenue.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suggests Big Mountain could support a price ~$2 higher.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Raising the price to $83 is supported by model predictions.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improvement scenario: adding 1 chairlift + increased vertical drop improves revenue most.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closures result in decreased ticket price and revenue — should be avoided or tested carefully.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Results - Approach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baseline: average ticket price as initial benchmark.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linear regression model using preprocessing pipeline.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Evaluated with 5-fold cross-validation.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Random Forest model with imputation + scaling pipeline.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Selected Random Forest as the winning model due to higher accuracy.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Results (cont.) - Key Relationships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Ticket price rises with key resort features such as runs and vertical drop.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relationships indicate that Big Mountain may be underpriced given its feature set.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013" y="2712563"/>
            <a:ext cx="21431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075" y="2712575"/>
            <a:ext cx="214312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Results (cont.) - Model Performance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model showed moderate accuracy; test performance slightly higher than CV.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 performed significantly better and was more stable.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Forest chosen as final model for scenario analysis.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Results: New Chair + Vertical Drop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1 chair + 150 ft vertical increases predicted ticket price by ~$1.99.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Annual revenue impact ≈ 5 × expected visitors × $1.99.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Strongest improvement scenario tested.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Results: Run Closures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Closing runs decreases ticket price and revenue.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Impact becomes sharply negative beyond ~5 closures.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Closure testing should be tested only during off-peak conditions.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894" y="2314600"/>
            <a:ext cx="4622501" cy="242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Next Steps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Mountain is likely underpriced given its features.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Supported increase: $81 → $83.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1 lift + increase vertical: strong ROI potential.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closures where possible.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 building a simple internal tool for analysts to test scenarios themselves.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